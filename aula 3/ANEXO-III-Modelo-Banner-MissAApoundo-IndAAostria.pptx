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</p:sldIdLst>
  <p:sldSz cx="32399288" cy="432006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F55CF4C-2087-67D7-D367-A68E224C1E53}" v="2" dt="2025-02-21T17:58:20.5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35" autoAdjust="0"/>
    <p:restoredTop sz="94660"/>
  </p:normalViewPr>
  <p:slideViewPr>
    <p:cSldViewPr snapToGrid="0">
      <p:cViewPr>
        <p:scale>
          <a:sx n="20" d="100"/>
          <a:sy n="20" d="100"/>
        </p:scale>
        <p:origin x="1216" y="-26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Pasta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t-BR" sz="3200" dirty="0"/>
              <a:t>Exemplo de</a:t>
            </a:r>
            <a:r>
              <a:rPr lang="pt-BR" sz="3200" baseline="0" dirty="0"/>
              <a:t> gráfico</a:t>
            </a:r>
            <a:endParaRPr lang="pt-BR" sz="32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val>
            <c:numRef>
              <c:f>Planilha1!$A$3:$A$8</c:f>
              <c:numCache>
                <c:formatCode>General</c:formatCode>
                <c:ptCount val="6"/>
                <c:pt idx="0">
                  <c:v>45</c:v>
                </c:pt>
                <c:pt idx="1">
                  <c:v>89</c:v>
                </c:pt>
                <c:pt idx="2">
                  <c:v>23</c:v>
                </c:pt>
                <c:pt idx="3">
                  <c:v>14</c:v>
                </c:pt>
                <c:pt idx="4">
                  <c:v>78</c:v>
                </c:pt>
                <c:pt idx="5">
                  <c:v>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BEC-4F45-B963-0AEFBD2583D0}"/>
            </c:ext>
          </c:extLst>
        </c:ser>
        <c:ser>
          <c:idx val="1"/>
          <c:order val="1"/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val>
            <c:numRef>
              <c:f>Planilha1!$B$3:$B$8</c:f>
              <c:numCache>
                <c:formatCode>General</c:formatCode>
                <c:ptCount val="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BEC-4F45-B963-0AEFBD2583D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39456335"/>
        <c:axId val="139452975"/>
      </c:barChart>
      <c:catAx>
        <c:axId val="13945633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39452975"/>
        <c:crosses val="autoZero"/>
        <c:auto val="1"/>
        <c:lblAlgn val="ctr"/>
        <c:lblOffset val="100"/>
        <c:noMultiLvlLbl val="0"/>
      </c:catAx>
      <c:valAx>
        <c:axId val="13945297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3945633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29947" y="7070108"/>
            <a:ext cx="27539395" cy="15040222"/>
          </a:xfrm>
        </p:spPr>
        <p:txBody>
          <a:bodyPr anchor="b"/>
          <a:lstStyle>
            <a:lvl1pPr algn="ctr">
              <a:defRPr sz="21259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49911" y="22690338"/>
            <a:ext cx="24299466" cy="10430151"/>
          </a:xfrm>
        </p:spPr>
        <p:txBody>
          <a:bodyPr/>
          <a:lstStyle>
            <a:lvl1pPr marL="0" indent="0" algn="ctr">
              <a:buNone/>
              <a:defRPr sz="8504"/>
            </a:lvl1pPr>
            <a:lvl2pPr marL="1619951" indent="0" algn="ctr">
              <a:buNone/>
              <a:defRPr sz="7086"/>
            </a:lvl2pPr>
            <a:lvl3pPr marL="3239902" indent="0" algn="ctr">
              <a:buNone/>
              <a:defRPr sz="6378"/>
            </a:lvl3pPr>
            <a:lvl4pPr marL="4859853" indent="0" algn="ctr">
              <a:buNone/>
              <a:defRPr sz="5669"/>
            </a:lvl4pPr>
            <a:lvl5pPr marL="6479804" indent="0" algn="ctr">
              <a:buNone/>
              <a:defRPr sz="5669"/>
            </a:lvl5pPr>
            <a:lvl6pPr marL="8099755" indent="0" algn="ctr">
              <a:buNone/>
              <a:defRPr sz="5669"/>
            </a:lvl6pPr>
            <a:lvl7pPr marL="9719706" indent="0" algn="ctr">
              <a:buNone/>
              <a:defRPr sz="5669"/>
            </a:lvl7pPr>
            <a:lvl8pPr marL="11339657" indent="0" algn="ctr">
              <a:buNone/>
              <a:defRPr sz="5669"/>
            </a:lvl8pPr>
            <a:lvl9pPr marL="12959608" indent="0" algn="ctr">
              <a:buNone/>
              <a:defRPr sz="5669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1CD2E-C7D0-4393-BF39-52113D1E6B7C}" type="datetimeFigureOut">
              <a:rPr lang="pt-BR" smtClean="0"/>
              <a:t>07/04/2026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13E7E-AC84-49C7-A4B4-F92C19CB92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44051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1CD2E-C7D0-4393-BF39-52113D1E6B7C}" type="datetimeFigureOut">
              <a:rPr lang="pt-BR" smtClean="0"/>
              <a:t>07/04/2026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13E7E-AC84-49C7-A4B4-F92C19CB92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461096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10578" y="10770172"/>
            <a:ext cx="27944386" cy="17970262"/>
          </a:xfrm>
        </p:spPr>
        <p:txBody>
          <a:bodyPr anchor="b"/>
          <a:lstStyle>
            <a:lvl1pPr>
              <a:defRPr sz="21259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10578" y="28910440"/>
            <a:ext cx="27944386" cy="9450136"/>
          </a:xfrm>
        </p:spPr>
        <p:txBody>
          <a:bodyPr/>
          <a:lstStyle>
            <a:lvl1pPr marL="0" indent="0">
              <a:buNone/>
              <a:defRPr sz="8504">
                <a:solidFill>
                  <a:schemeClr val="tx1">
                    <a:tint val="82000"/>
                  </a:schemeClr>
                </a:solidFill>
              </a:defRPr>
            </a:lvl1pPr>
            <a:lvl2pPr marL="1619951" indent="0">
              <a:buNone/>
              <a:defRPr sz="7086">
                <a:solidFill>
                  <a:schemeClr val="tx1">
                    <a:tint val="82000"/>
                  </a:schemeClr>
                </a:solidFill>
              </a:defRPr>
            </a:lvl2pPr>
            <a:lvl3pPr marL="3239902" indent="0">
              <a:buNone/>
              <a:defRPr sz="6378">
                <a:solidFill>
                  <a:schemeClr val="tx1">
                    <a:tint val="82000"/>
                  </a:schemeClr>
                </a:solidFill>
              </a:defRPr>
            </a:lvl3pPr>
            <a:lvl4pPr marL="4859853" indent="0">
              <a:buNone/>
              <a:defRPr sz="5669">
                <a:solidFill>
                  <a:schemeClr val="tx1">
                    <a:tint val="82000"/>
                  </a:schemeClr>
                </a:solidFill>
              </a:defRPr>
            </a:lvl4pPr>
            <a:lvl5pPr marL="6479804" indent="0">
              <a:buNone/>
              <a:defRPr sz="5669">
                <a:solidFill>
                  <a:schemeClr val="tx1">
                    <a:tint val="82000"/>
                  </a:schemeClr>
                </a:solidFill>
              </a:defRPr>
            </a:lvl5pPr>
            <a:lvl6pPr marL="8099755" indent="0">
              <a:buNone/>
              <a:defRPr sz="5669">
                <a:solidFill>
                  <a:schemeClr val="tx1">
                    <a:tint val="82000"/>
                  </a:schemeClr>
                </a:solidFill>
              </a:defRPr>
            </a:lvl6pPr>
            <a:lvl7pPr marL="9719706" indent="0">
              <a:buNone/>
              <a:defRPr sz="5669">
                <a:solidFill>
                  <a:schemeClr val="tx1">
                    <a:tint val="82000"/>
                  </a:schemeClr>
                </a:solidFill>
              </a:defRPr>
            </a:lvl7pPr>
            <a:lvl8pPr marL="11339657" indent="0">
              <a:buNone/>
              <a:defRPr sz="5669">
                <a:solidFill>
                  <a:schemeClr val="tx1">
                    <a:tint val="82000"/>
                  </a:schemeClr>
                </a:solidFill>
              </a:defRPr>
            </a:lvl8pPr>
            <a:lvl9pPr marL="12959608" indent="0">
              <a:buNone/>
              <a:defRPr sz="5669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1CD2E-C7D0-4393-BF39-52113D1E6B7C}" type="datetimeFigureOut">
              <a:rPr lang="pt-BR" smtClean="0"/>
              <a:t>07/04/2026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13E7E-AC84-49C7-A4B4-F92C19CB92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89907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27451" y="11500170"/>
            <a:ext cx="13769697" cy="2741040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402140" y="11500170"/>
            <a:ext cx="13769697" cy="2741040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1CD2E-C7D0-4393-BF39-52113D1E6B7C}" type="datetimeFigureOut">
              <a:rPr lang="pt-BR" smtClean="0"/>
              <a:t>07/04/2026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13E7E-AC84-49C7-A4B4-F92C19CB92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33072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671" y="2300044"/>
            <a:ext cx="27944386" cy="8350126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675" y="10590160"/>
            <a:ext cx="13706415" cy="5190073"/>
          </a:xfrm>
        </p:spPr>
        <p:txBody>
          <a:bodyPr anchor="b"/>
          <a:lstStyle>
            <a:lvl1pPr marL="0" indent="0">
              <a:buNone/>
              <a:defRPr sz="8504" b="1"/>
            </a:lvl1pPr>
            <a:lvl2pPr marL="1619951" indent="0">
              <a:buNone/>
              <a:defRPr sz="7086" b="1"/>
            </a:lvl2pPr>
            <a:lvl3pPr marL="3239902" indent="0">
              <a:buNone/>
              <a:defRPr sz="6378" b="1"/>
            </a:lvl3pPr>
            <a:lvl4pPr marL="4859853" indent="0">
              <a:buNone/>
              <a:defRPr sz="5669" b="1"/>
            </a:lvl4pPr>
            <a:lvl5pPr marL="6479804" indent="0">
              <a:buNone/>
              <a:defRPr sz="5669" b="1"/>
            </a:lvl5pPr>
            <a:lvl6pPr marL="8099755" indent="0">
              <a:buNone/>
              <a:defRPr sz="5669" b="1"/>
            </a:lvl6pPr>
            <a:lvl7pPr marL="9719706" indent="0">
              <a:buNone/>
              <a:defRPr sz="5669" b="1"/>
            </a:lvl7pPr>
            <a:lvl8pPr marL="11339657" indent="0">
              <a:buNone/>
              <a:defRPr sz="5669" b="1"/>
            </a:lvl8pPr>
            <a:lvl9pPr marL="12959608" indent="0">
              <a:buNone/>
              <a:defRPr sz="5669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31675" y="15780233"/>
            <a:ext cx="13706415" cy="2321034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402142" y="10590160"/>
            <a:ext cx="13773917" cy="5190073"/>
          </a:xfrm>
        </p:spPr>
        <p:txBody>
          <a:bodyPr anchor="b"/>
          <a:lstStyle>
            <a:lvl1pPr marL="0" indent="0">
              <a:buNone/>
              <a:defRPr sz="8504" b="1"/>
            </a:lvl1pPr>
            <a:lvl2pPr marL="1619951" indent="0">
              <a:buNone/>
              <a:defRPr sz="7086" b="1"/>
            </a:lvl2pPr>
            <a:lvl3pPr marL="3239902" indent="0">
              <a:buNone/>
              <a:defRPr sz="6378" b="1"/>
            </a:lvl3pPr>
            <a:lvl4pPr marL="4859853" indent="0">
              <a:buNone/>
              <a:defRPr sz="5669" b="1"/>
            </a:lvl4pPr>
            <a:lvl5pPr marL="6479804" indent="0">
              <a:buNone/>
              <a:defRPr sz="5669" b="1"/>
            </a:lvl5pPr>
            <a:lvl6pPr marL="8099755" indent="0">
              <a:buNone/>
              <a:defRPr sz="5669" b="1"/>
            </a:lvl6pPr>
            <a:lvl7pPr marL="9719706" indent="0">
              <a:buNone/>
              <a:defRPr sz="5669" b="1"/>
            </a:lvl7pPr>
            <a:lvl8pPr marL="11339657" indent="0">
              <a:buNone/>
              <a:defRPr sz="5669" b="1"/>
            </a:lvl8pPr>
            <a:lvl9pPr marL="12959608" indent="0">
              <a:buNone/>
              <a:defRPr sz="5669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402142" y="15780233"/>
            <a:ext cx="13773917" cy="2321034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1CD2E-C7D0-4393-BF39-52113D1E6B7C}" type="datetimeFigureOut">
              <a:rPr lang="pt-BR" smtClean="0"/>
              <a:t>07/04/2026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13E7E-AC84-49C7-A4B4-F92C19CB92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47084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1CD2E-C7D0-4393-BF39-52113D1E6B7C}" type="datetimeFigureOut">
              <a:rPr lang="pt-BR" smtClean="0"/>
              <a:t>07/04/2026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13E7E-AC84-49C7-A4B4-F92C19CB92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299305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1CD2E-C7D0-4393-BF39-52113D1E6B7C}" type="datetimeFigureOut">
              <a:rPr lang="pt-BR" smtClean="0"/>
              <a:t>07/04/2026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13E7E-AC84-49C7-A4B4-F92C19CB92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749867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671" y="2880042"/>
            <a:ext cx="10449614" cy="10080149"/>
          </a:xfrm>
        </p:spPr>
        <p:txBody>
          <a:bodyPr anchor="b"/>
          <a:lstStyle>
            <a:lvl1pPr>
              <a:defRPr sz="11338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73917" y="6220102"/>
            <a:ext cx="16402140" cy="30700453"/>
          </a:xfrm>
        </p:spPr>
        <p:txBody>
          <a:bodyPr/>
          <a:lstStyle>
            <a:lvl1pPr>
              <a:defRPr sz="11338"/>
            </a:lvl1pPr>
            <a:lvl2pPr>
              <a:defRPr sz="9921"/>
            </a:lvl2pPr>
            <a:lvl3pPr>
              <a:defRPr sz="8504"/>
            </a:lvl3pPr>
            <a:lvl4pPr>
              <a:defRPr sz="7086"/>
            </a:lvl4pPr>
            <a:lvl5pPr>
              <a:defRPr sz="7086"/>
            </a:lvl5pPr>
            <a:lvl6pPr>
              <a:defRPr sz="7086"/>
            </a:lvl6pPr>
            <a:lvl7pPr>
              <a:defRPr sz="7086"/>
            </a:lvl7pPr>
            <a:lvl8pPr>
              <a:defRPr sz="7086"/>
            </a:lvl8pPr>
            <a:lvl9pPr>
              <a:defRPr sz="7086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31671" y="12960191"/>
            <a:ext cx="10449614" cy="24010358"/>
          </a:xfrm>
        </p:spPr>
        <p:txBody>
          <a:bodyPr/>
          <a:lstStyle>
            <a:lvl1pPr marL="0" indent="0">
              <a:buNone/>
              <a:defRPr sz="5669"/>
            </a:lvl1pPr>
            <a:lvl2pPr marL="1619951" indent="0">
              <a:buNone/>
              <a:defRPr sz="4960"/>
            </a:lvl2pPr>
            <a:lvl3pPr marL="3239902" indent="0">
              <a:buNone/>
              <a:defRPr sz="4252"/>
            </a:lvl3pPr>
            <a:lvl4pPr marL="4859853" indent="0">
              <a:buNone/>
              <a:defRPr sz="3543"/>
            </a:lvl4pPr>
            <a:lvl5pPr marL="6479804" indent="0">
              <a:buNone/>
              <a:defRPr sz="3543"/>
            </a:lvl5pPr>
            <a:lvl6pPr marL="8099755" indent="0">
              <a:buNone/>
              <a:defRPr sz="3543"/>
            </a:lvl6pPr>
            <a:lvl7pPr marL="9719706" indent="0">
              <a:buNone/>
              <a:defRPr sz="3543"/>
            </a:lvl7pPr>
            <a:lvl8pPr marL="11339657" indent="0">
              <a:buNone/>
              <a:defRPr sz="3543"/>
            </a:lvl8pPr>
            <a:lvl9pPr marL="12959608" indent="0">
              <a:buNone/>
              <a:defRPr sz="3543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1CD2E-C7D0-4393-BF39-52113D1E6B7C}" type="datetimeFigureOut">
              <a:rPr lang="pt-BR" smtClean="0"/>
              <a:t>07/04/2026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13E7E-AC84-49C7-A4B4-F92C19CB92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715975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671" y="2880042"/>
            <a:ext cx="10449614" cy="10080149"/>
          </a:xfrm>
        </p:spPr>
        <p:txBody>
          <a:bodyPr anchor="b"/>
          <a:lstStyle>
            <a:lvl1pPr>
              <a:defRPr sz="11338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73917" y="6220102"/>
            <a:ext cx="16402140" cy="30700453"/>
          </a:xfrm>
        </p:spPr>
        <p:txBody>
          <a:bodyPr anchor="t"/>
          <a:lstStyle>
            <a:lvl1pPr marL="0" indent="0">
              <a:buNone/>
              <a:defRPr sz="11338"/>
            </a:lvl1pPr>
            <a:lvl2pPr marL="1619951" indent="0">
              <a:buNone/>
              <a:defRPr sz="9921"/>
            </a:lvl2pPr>
            <a:lvl3pPr marL="3239902" indent="0">
              <a:buNone/>
              <a:defRPr sz="8504"/>
            </a:lvl3pPr>
            <a:lvl4pPr marL="4859853" indent="0">
              <a:buNone/>
              <a:defRPr sz="7086"/>
            </a:lvl4pPr>
            <a:lvl5pPr marL="6479804" indent="0">
              <a:buNone/>
              <a:defRPr sz="7086"/>
            </a:lvl5pPr>
            <a:lvl6pPr marL="8099755" indent="0">
              <a:buNone/>
              <a:defRPr sz="7086"/>
            </a:lvl6pPr>
            <a:lvl7pPr marL="9719706" indent="0">
              <a:buNone/>
              <a:defRPr sz="7086"/>
            </a:lvl7pPr>
            <a:lvl8pPr marL="11339657" indent="0">
              <a:buNone/>
              <a:defRPr sz="7086"/>
            </a:lvl8pPr>
            <a:lvl9pPr marL="12959608" indent="0">
              <a:buNone/>
              <a:defRPr sz="7086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31671" y="12960191"/>
            <a:ext cx="10449614" cy="24010358"/>
          </a:xfrm>
        </p:spPr>
        <p:txBody>
          <a:bodyPr/>
          <a:lstStyle>
            <a:lvl1pPr marL="0" indent="0">
              <a:buNone/>
              <a:defRPr sz="5669"/>
            </a:lvl1pPr>
            <a:lvl2pPr marL="1619951" indent="0">
              <a:buNone/>
              <a:defRPr sz="4960"/>
            </a:lvl2pPr>
            <a:lvl3pPr marL="3239902" indent="0">
              <a:buNone/>
              <a:defRPr sz="4252"/>
            </a:lvl3pPr>
            <a:lvl4pPr marL="4859853" indent="0">
              <a:buNone/>
              <a:defRPr sz="3543"/>
            </a:lvl4pPr>
            <a:lvl5pPr marL="6479804" indent="0">
              <a:buNone/>
              <a:defRPr sz="3543"/>
            </a:lvl5pPr>
            <a:lvl6pPr marL="8099755" indent="0">
              <a:buNone/>
              <a:defRPr sz="3543"/>
            </a:lvl6pPr>
            <a:lvl7pPr marL="9719706" indent="0">
              <a:buNone/>
              <a:defRPr sz="3543"/>
            </a:lvl7pPr>
            <a:lvl8pPr marL="11339657" indent="0">
              <a:buNone/>
              <a:defRPr sz="3543"/>
            </a:lvl8pPr>
            <a:lvl9pPr marL="12959608" indent="0">
              <a:buNone/>
              <a:defRPr sz="3543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1CD2E-C7D0-4393-BF39-52113D1E6B7C}" type="datetimeFigureOut">
              <a:rPr lang="pt-BR" smtClean="0"/>
              <a:t>07/04/2026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13E7E-AC84-49C7-A4B4-F92C19CB92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633086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1CD2E-C7D0-4393-BF39-52113D1E6B7C}" type="datetimeFigureOut">
              <a:rPr lang="pt-BR" smtClean="0"/>
              <a:t>07/04/2026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13E7E-AC84-49C7-A4B4-F92C19CB92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616754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3185742" y="2300034"/>
            <a:ext cx="6986096" cy="36610544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27453" y="2300034"/>
            <a:ext cx="20553298" cy="36610544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1CD2E-C7D0-4393-BF39-52113D1E6B7C}" type="datetimeFigureOut">
              <a:rPr lang="pt-BR" smtClean="0"/>
              <a:t>07/04/2026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13E7E-AC84-49C7-A4B4-F92C19CB92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53410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27451" y="2300044"/>
            <a:ext cx="27944386" cy="8350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27451" y="11500170"/>
            <a:ext cx="27944386" cy="274104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27451" y="40040601"/>
            <a:ext cx="7289840" cy="23000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25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71CD2E-C7D0-4393-BF39-52113D1E6B7C}" type="datetimeFigureOut">
              <a:rPr lang="pt-BR" smtClean="0"/>
              <a:t>07/04/2026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732264" y="40040601"/>
            <a:ext cx="10934760" cy="23000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25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2881997" y="40040601"/>
            <a:ext cx="7289840" cy="23000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25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513E7E-AC84-49C7-A4B4-F92C19CB92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9632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239902" rtl="0" eaLnBrk="1" latinLnBrk="0" hangingPunct="1">
        <a:lnSpc>
          <a:spcPct val="90000"/>
        </a:lnSpc>
        <a:spcBef>
          <a:spcPct val="0"/>
        </a:spcBef>
        <a:buNone/>
        <a:defRPr sz="1559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09976" indent="-809976" algn="l" defTabSz="3239902" rtl="0" eaLnBrk="1" latinLnBrk="0" hangingPunct="1">
        <a:lnSpc>
          <a:spcPct val="90000"/>
        </a:lnSpc>
        <a:spcBef>
          <a:spcPts val="3543"/>
        </a:spcBef>
        <a:buFont typeface="Arial" panose="020B0604020202020204" pitchFamily="34" charset="0"/>
        <a:buChar char="•"/>
        <a:defRPr sz="9921" kern="1200">
          <a:solidFill>
            <a:schemeClr val="tx1"/>
          </a:solidFill>
          <a:latin typeface="+mn-lt"/>
          <a:ea typeface="+mn-ea"/>
          <a:cs typeface="+mn-cs"/>
        </a:defRPr>
      </a:lvl1pPr>
      <a:lvl2pPr marL="2429927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8504" kern="1200">
          <a:solidFill>
            <a:schemeClr val="tx1"/>
          </a:solidFill>
          <a:latin typeface="+mn-lt"/>
          <a:ea typeface="+mn-ea"/>
          <a:cs typeface="+mn-cs"/>
        </a:defRPr>
      </a:lvl2pPr>
      <a:lvl3pPr marL="4049878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7086" kern="1200">
          <a:solidFill>
            <a:schemeClr val="tx1"/>
          </a:solidFill>
          <a:latin typeface="+mn-lt"/>
          <a:ea typeface="+mn-ea"/>
          <a:cs typeface="+mn-cs"/>
        </a:defRPr>
      </a:lvl3pPr>
      <a:lvl4pPr marL="5669829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4pPr>
      <a:lvl5pPr marL="7289780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5pPr>
      <a:lvl6pPr marL="8909731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6pPr>
      <a:lvl7pPr marL="10529682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7pPr>
      <a:lvl8pPr marL="12149633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8pPr>
      <a:lvl9pPr marL="13769584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1pPr>
      <a:lvl2pPr marL="1619951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2pPr>
      <a:lvl3pPr marL="3239902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3pPr>
      <a:lvl4pPr marL="4859853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4pPr>
      <a:lvl5pPr marL="6479804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5pPr>
      <a:lvl6pPr marL="8099755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6pPr>
      <a:lvl7pPr marL="9719706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7pPr>
      <a:lvl8pPr marL="11339657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8pPr>
      <a:lvl9pPr marL="12959608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Agrupar 3">
            <a:extLst>
              <a:ext uri="{FF2B5EF4-FFF2-40B4-BE49-F238E27FC236}">
                <a16:creationId xmlns:a16="http://schemas.microsoft.com/office/drawing/2014/main" id="{3DC4312F-27A2-DD5F-A959-28E0557AB5B7}"/>
              </a:ext>
            </a:extLst>
          </p:cNvPr>
          <p:cNvGrpSpPr/>
          <p:nvPr/>
        </p:nvGrpSpPr>
        <p:grpSpPr>
          <a:xfrm>
            <a:off x="1336649" y="3858984"/>
            <a:ext cx="29564351" cy="36997852"/>
            <a:chOff x="1336649" y="3858984"/>
            <a:chExt cx="29564351" cy="36997852"/>
          </a:xfrm>
        </p:grpSpPr>
        <p:sp>
          <p:nvSpPr>
            <p:cNvPr id="5" name="Google Shape;90;p1">
              <a:extLst>
                <a:ext uri="{FF2B5EF4-FFF2-40B4-BE49-F238E27FC236}">
                  <a16:creationId xmlns:a16="http://schemas.microsoft.com/office/drawing/2014/main" id="{255870D9-9ADC-05FB-F82D-69CCAA73ECD3}"/>
                </a:ext>
              </a:extLst>
            </p:cNvPr>
            <p:cNvSpPr txBox="1"/>
            <p:nvPr/>
          </p:nvSpPr>
          <p:spPr>
            <a:xfrm>
              <a:off x="1336649" y="11891952"/>
              <a:ext cx="14040000" cy="150483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9519" tIns="44745" rIns="89519" bIns="44745" anchor="t" anchorCtr="0">
              <a:spAutoFit/>
            </a:bodyPr>
            <a:lstStyle/>
            <a:p>
              <a:pPr algn="ctr">
                <a:buClr>
                  <a:schemeClr val="dk1"/>
                </a:buClr>
                <a:buSzPts val="5200"/>
              </a:pPr>
              <a:r>
                <a:rPr lang="en-US" sz="5400" b="1" dirty="0">
                  <a:solidFill>
                    <a:schemeClr val="dk1"/>
                  </a:solidFill>
                  <a:latin typeface="+mj-lt"/>
                  <a:ea typeface="Calibri"/>
                  <a:cs typeface="Calibri"/>
                  <a:sym typeface="Calibri"/>
                </a:rPr>
                <a:t>INTRODUÇÃO</a:t>
              </a:r>
            </a:p>
            <a:p>
              <a:pPr algn="ctr">
                <a:buClr>
                  <a:schemeClr val="dk1"/>
                </a:buClr>
                <a:buSzPts val="5200"/>
              </a:pPr>
              <a:r>
                <a:rPr lang="en-US" sz="5400" b="1" dirty="0">
                  <a:solidFill>
                    <a:srgbClr val="FF0000"/>
                  </a:solidFill>
                  <a:latin typeface="+mj-lt"/>
                  <a:ea typeface="Calibri"/>
                  <a:cs typeface="Calibri"/>
                  <a:sym typeface="Calibri"/>
                </a:rPr>
                <a:t>(Fonte Arial, </a:t>
              </a:r>
              <a:r>
                <a:rPr lang="en-US" sz="5400" b="1" dirty="0" err="1">
                  <a:solidFill>
                    <a:srgbClr val="FF0000"/>
                  </a:solidFill>
                  <a:latin typeface="+mj-lt"/>
                  <a:ea typeface="Calibri"/>
                  <a:cs typeface="Calibri"/>
                  <a:sym typeface="Calibri"/>
                </a:rPr>
                <a:t>tamanho</a:t>
              </a:r>
              <a:r>
                <a:rPr lang="en-US" sz="5400" b="1" dirty="0">
                  <a:solidFill>
                    <a:srgbClr val="FF0000"/>
                  </a:solidFill>
                  <a:latin typeface="+mj-lt"/>
                  <a:ea typeface="Calibri"/>
                  <a:cs typeface="Calibri"/>
                  <a:sym typeface="Calibri"/>
                </a:rPr>
                <a:t> 54, Negrito e </a:t>
              </a:r>
              <a:r>
                <a:rPr lang="en-US" sz="5400" b="1" dirty="0" err="1">
                  <a:solidFill>
                    <a:srgbClr val="FF0000"/>
                  </a:solidFill>
                  <a:latin typeface="+mj-lt"/>
                  <a:ea typeface="Calibri"/>
                  <a:cs typeface="Calibri"/>
                  <a:sym typeface="Calibri"/>
                </a:rPr>
                <a:t>Centralizado</a:t>
              </a:r>
              <a:r>
                <a:rPr lang="en-US" sz="5400" b="1" dirty="0">
                  <a:solidFill>
                    <a:srgbClr val="FF0000"/>
                  </a:solidFill>
                  <a:latin typeface="+mj-lt"/>
                  <a:ea typeface="Calibri"/>
                  <a:cs typeface="Calibri"/>
                  <a:sym typeface="Calibri"/>
                </a:rPr>
                <a:t>)</a:t>
              </a:r>
            </a:p>
            <a:p>
              <a:pPr algn="ctr">
                <a:buClr>
                  <a:schemeClr val="dk1"/>
                </a:buClr>
                <a:buSzPts val="5200"/>
              </a:pPr>
              <a:endParaRPr lang="en-US" sz="5850" b="1" dirty="0">
                <a:solidFill>
                  <a:schemeClr val="dk1"/>
                </a:solidFill>
                <a:latin typeface="+mj-lt"/>
                <a:cs typeface="Calibri"/>
                <a:sym typeface="Calibri"/>
              </a:endParaRPr>
            </a:p>
            <a:p>
              <a:pPr algn="ctr">
                <a:buClr>
                  <a:schemeClr val="dk1"/>
                </a:buClr>
                <a:buSzPts val="5200"/>
              </a:pPr>
              <a:r>
                <a:rPr lang="en-US" sz="5000" dirty="0">
                  <a:solidFill>
                    <a:schemeClr val="dk1"/>
                  </a:solidFill>
                  <a:latin typeface="+mj-lt"/>
                  <a:ea typeface="Calibri"/>
                  <a:cs typeface="Calibri"/>
                  <a:sym typeface="Calibri"/>
                </a:rPr>
                <a:t>XXXXXXXXXXXXXXXXXXXXXXXXXXXXXXXXXXXXXXXXXXXXXXXXXXXXXXXXXXXXXXXXXXXXXXXXXXXXXXXXXXXXXXXXXXXXXXXXXXXXXXXXXXXXXXXXXXXXX</a:t>
              </a:r>
              <a:endParaRPr lang="en-US" sz="5000" dirty="0">
                <a:latin typeface="+mj-lt"/>
              </a:endParaRPr>
            </a:p>
            <a:p>
              <a:pPr algn="ctr">
                <a:buClr>
                  <a:schemeClr val="dk1"/>
                </a:buClr>
                <a:buSzPts val="5200"/>
              </a:pPr>
              <a:endParaRPr lang="en-US" sz="5850" b="1" dirty="0">
                <a:solidFill>
                  <a:schemeClr val="dk1"/>
                </a:solidFill>
                <a:latin typeface="+mj-lt"/>
                <a:cs typeface="Calibri"/>
                <a:sym typeface="Calibri"/>
              </a:endParaRPr>
            </a:p>
            <a:p>
              <a:pPr algn="ctr">
                <a:buClr>
                  <a:schemeClr val="dk1"/>
                </a:buClr>
                <a:buSzPts val="5200"/>
              </a:pPr>
              <a:endParaRPr sz="1350" dirty="0">
                <a:latin typeface="+mj-lt"/>
              </a:endParaRPr>
            </a:p>
            <a:p>
              <a:pPr algn="ctr">
                <a:buClr>
                  <a:schemeClr val="dk1"/>
                </a:buClr>
                <a:buSzPts val="5200"/>
              </a:pPr>
              <a:r>
                <a:rPr lang="en-US" sz="5400" b="1" dirty="0">
                  <a:solidFill>
                    <a:schemeClr val="dk1"/>
                  </a:solidFill>
                  <a:latin typeface="+mj-lt"/>
                  <a:ea typeface="Calibri"/>
                  <a:cs typeface="Calibri"/>
                  <a:sym typeface="Calibri"/>
                </a:rPr>
                <a:t>OBJETIVO DO TRABALHO</a:t>
              </a:r>
              <a:endParaRPr sz="5400" dirty="0">
                <a:latin typeface="+mj-lt"/>
              </a:endParaRPr>
            </a:p>
            <a:p>
              <a:pPr algn="ctr">
                <a:buClr>
                  <a:srgbClr val="FF0000"/>
                </a:buClr>
                <a:buSzPts val="4200"/>
              </a:pPr>
              <a:r>
                <a:rPr lang="en-US" sz="5400" b="1" dirty="0">
                  <a:solidFill>
                    <a:srgbClr val="FF0000"/>
                  </a:solidFill>
                  <a:latin typeface="+mj-lt"/>
                  <a:ea typeface="Calibri"/>
                  <a:cs typeface="Calibri"/>
                  <a:sym typeface="Calibri"/>
                </a:rPr>
                <a:t>(Fonte Arial, </a:t>
              </a:r>
              <a:r>
                <a:rPr lang="en-US" sz="5400" b="1" dirty="0" err="1">
                  <a:solidFill>
                    <a:srgbClr val="FF0000"/>
                  </a:solidFill>
                  <a:latin typeface="+mj-lt"/>
                  <a:ea typeface="Calibri"/>
                  <a:cs typeface="Calibri"/>
                  <a:sym typeface="Calibri"/>
                </a:rPr>
                <a:t>tamanho</a:t>
              </a:r>
              <a:r>
                <a:rPr lang="en-US" sz="5400" b="1" dirty="0">
                  <a:solidFill>
                    <a:srgbClr val="FF0000"/>
                  </a:solidFill>
                  <a:latin typeface="+mj-lt"/>
                  <a:ea typeface="Calibri"/>
                  <a:cs typeface="Calibri"/>
                  <a:sym typeface="Calibri"/>
                </a:rPr>
                <a:t> 54, Negrito e </a:t>
              </a:r>
              <a:r>
                <a:rPr lang="en-US" sz="5400" b="1" dirty="0" err="1">
                  <a:solidFill>
                    <a:srgbClr val="FF0000"/>
                  </a:solidFill>
                  <a:latin typeface="+mj-lt"/>
                  <a:ea typeface="Calibri"/>
                  <a:cs typeface="Calibri"/>
                  <a:sym typeface="Calibri"/>
                </a:rPr>
                <a:t>Centralizado</a:t>
              </a:r>
              <a:r>
                <a:rPr lang="en-US" sz="5400" b="1" dirty="0">
                  <a:solidFill>
                    <a:srgbClr val="FF0000"/>
                  </a:solidFill>
                  <a:latin typeface="+mj-lt"/>
                  <a:ea typeface="Calibri"/>
                  <a:cs typeface="Calibri"/>
                  <a:sym typeface="Calibri"/>
                </a:rPr>
                <a:t>)</a:t>
              </a:r>
            </a:p>
            <a:p>
              <a:pPr algn="ctr">
                <a:buClr>
                  <a:srgbClr val="FF0000"/>
                </a:buClr>
                <a:buSzPts val="4200"/>
              </a:pPr>
              <a:endParaRPr lang="en-US" sz="5400" b="1" dirty="0">
                <a:solidFill>
                  <a:srgbClr val="FF0000"/>
                </a:solidFill>
                <a:latin typeface="+mj-lt"/>
                <a:ea typeface="Calibri"/>
                <a:cs typeface="Calibri"/>
                <a:sym typeface="Calibri"/>
              </a:endParaRPr>
            </a:p>
            <a:p>
              <a:pPr algn="ctr">
                <a:buClr>
                  <a:srgbClr val="FF0000"/>
                </a:buClr>
                <a:buSzPts val="4200"/>
              </a:pPr>
              <a:r>
                <a:rPr lang="en-US" sz="5000" dirty="0">
                  <a:solidFill>
                    <a:schemeClr val="dk1"/>
                  </a:solidFill>
                  <a:latin typeface="+mj-lt"/>
                  <a:ea typeface="Calibri"/>
                  <a:cs typeface="Calibri"/>
                  <a:sym typeface="Calibri"/>
                </a:rPr>
                <a:t>XXXXXXXXXXXXXXXXXXXXXXXXXXXXXXXXXXXXXXXXXXXXXXXXXXXXXXXXXXXXXXXXXXXXXXXXXXXXXXXXXXXXXXXXXXXXXXXXXXXXXXXXXXXXXXXXXXXXXXXXXXXXXXXXXXXXXXXXXXXXXXXXXXXXXXXXXXXXXXXXXXXXXXXXXXXXXXXXXXXXXXXXXXXXXXXXXXXXXXXXXXXXXXXXXXXXXXXXXXXXXXXXXXXXXXXXXX</a:t>
              </a:r>
              <a:endParaRPr sz="1350" dirty="0"/>
            </a:p>
          </p:txBody>
        </p:sp>
        <p:sp>
          <p:nvSpPr>
            <p:cNvPr id="6" name="Google Shape;91;p1">
              <a:extLst>
                <a:ext uri="{FF2B5EF4-FFF2-40B4-BE49-F238E27FC236}">
                  <a16:creationId xmlns:a16="http://schemas.microsoft.com/office/drawing/2014/main" id="{8553AF06-342B-0F28-BAE8-7C6E5A56FF8F}"/>
                </a:ext>
              </a:extLst>
            </p:cNvPr>
            <p:cNvSpPr txBox="1"/>
            <p:nvPr/>
          </p:nvSpPr>
          <p:spPr>
            <a:xfrm>
              <a:off x="16861000" y="18430966"/>
              <a:ext cx="14040000" cy="8123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9519" tIns="44745" rIns="89519" bIns="44745" anchor="t" anchorCtr="0">
              <a:spAutoFit/>
            </a:bodyPr>
            <a:lstStyle/>
            <a:p>
              <a:pPr algn="ctr">
                <a:buClr>
                  <a:schemeClr val="dk1"/>
                </a:buClr>
                <a:buSzPts val="5200"/>
              </a:pPr>
              <a:r>
                <a:rPr lang="en-US" sz="5400" b="1" dirty="0">
                  <a:solidFill>
                    <a:schemeClr val="dk1"/>
                  </a:solidFill>
                  <a:latin typeface="+mj-lt"/>
                  <a:ea typeface="Calibri"/>
                  <a:cs typeface="Calibri"/>
                  <a:sym typeface="Calibri"/>
                </a:rPr>
                <a:t>RESULTADOS</a:t>
              </a:r>
            </a:p>
            <a:p>
              <a:pPr algn="ctr">
                <a:buClr>
                  <a:schemeClr val="dk1"/>
                </a:buClr>
                <a:buSzPts val="5200"/>
              </a:pPr>
              <a:r>
                <a:rPr lang="pt-BR" sz="5400" b="1" dirty="0">
                  <a:solidFill>
                    <a:schemeClr val="dk1"/>
                  </a:solidFill>
                  <a:latin typeface="+mj-lt"/>
                  <a:ea typeface="Calibri"/>
                  <a:cs typeface="Calibri"/>
                  <a:sym typeface="Calibri"/>
                </a:rPr>
                <a:t>(PODEM SER ADICIONADOS FLUXOGRAMAS, </a:t>
              </a:r>
              <a:endParaRPr lang="pt-BR" sz="5400" dirty="0">
                <a:latin typeface="+mj-lt"/>
              </a:endParaRPr>
            </a:p>
            <a:p>
              <a:pPr algn="ctr">
                <a:buClr>
                  <a:schemeClr val="dk1"/>
                </a:buClr>
                <a:buSzPts val="5200"/>
              </a:pPr>
              <a:r>
                <a:rPr lang="pt-BR" sz="5400" b="1" dirty="0">
                  <a:solidFill>
                    <a:schemeClr val="dk1"/>
                  </a:solidFill>
                  <a:latin typeface="+mj-lt"/>
                  <a:ea typeface="Calibri"/>
                  <a:cs typeface="Calibri"/>
                  <a:sym typeface="Calibri"/>
                </a:rPr>
                <a:t>ESQUEMAS E IMAGENS)</a:t>
              </a:r>
              <a:endParaRPr sz="5400" dirty="0">
                <a:latin typeface="+mj-lt"/>
              </a:endParaRPr>
            </a:p>
            <a:p>
              <a:pPr algn="ctr">
                <a:buClr>
                  <a:srgbClr val="FF0000"/>
                </a:buClr>
                <a:buSzPts val="4200"/>
              </a:pPr>
              <a:r>
                <a:rPr lang="en-US" sz="5400" b="1" dirty="0">
                  <a:solidFill>
                    <a:srgbClr val="FF0000"/>
                  </a:solidFill>
                  <a:latin typeface="+mj-lt"/>
                  <a:ea typeface="Calibri"/>
                  <a:cs typeface="Calibri"/>
                  <a:sym typeface="Calibri"/>
                </a:rPr>
                <a:t>(Fonte Arial, </a:t>
              </a:r>
              <a:r>
                <a:rPr lang="en-US" sz="5400" b="1" dirty="0" err="1">
                  <a:solidFill>
                    <a:srgbClr val="FF0000"/>
                  </a:solidFill>
                  <a:latin typeface="+mj-lt"/>
                  <a:ea typeface="Calibri"/>
                  <a:cs typeface="Calibri"/>
                  <a:sym typeface="Calibri"/>
                </a:rPr>
                <a:t>tamanho</a:t>
              </a:r>
              <a:r>
                <a:rPr lang="en-US" sz="5400" b="1" dirty="0">
                  <a:solidFill>
                    <a:srgbClr val="FF0000"/>
                  </a:solidFill>
                  <a:latin typeface="+mj-lt"/>
                  <a:ea typeface="Calibri"/>
                  <a:cs typeface="Calibri"/>
                  <a:sym typeface="Calibri"/>
                </a:rPr>
                <a:t> 54, Negrito  e </a:t>
              </a:r>
              <a:r>
                <a:rPr lang="en-US" sz="5400" b="1" dirty="0" err="1">
                  <a:solidFill>
                    <a:srgbClr val="FF0000"/>
                  </a:solidFill>
                  <a:latin typeface="+mj-lt"/>
                  <a:ea typeface="Calibri"/>
                  <a:cs typeface="Calibri"/>
                  <a:sym typeface="Calibri"/>
                </a:rPr>
                <a:t>Centralizado</a:t>
              </a:r>
              <a:r>
                <a:rPr lang="en-US" sz="5400" b="1" dirty="0">
                  <a:solidFill>
                    <a:srgbClr val="FF0000"/>
                  </a:solidFill>
                  <a:latin typeface="+mj-lt"/>
                  <a:ea typeface="Calibri"/>
                  <a:cs typeface="Calibri"/>
                  <a:sym typeface="Calibri"/>
                </a:rPr>
                <a:t>)</a:t>
              </a:r>
            </a:p>
            <a:p>
              <a:pPr algn="ctr">
                <a:buClr>
                  <a:srgbClr val="FF0000"/>
                </a:buClr>
                <a:buSzPts val="4200"/>
              </a:pPr>
              <a:endParaRPr lang="en-US" sz="5400" b="1" dirty="0">
                <a:solidFill>
                  <a:srgbClr val="FF0000"/>
                </a:solidFill>
                <a:latin typeface="+mj-lt"/>
                <a:ea typeface="Calibri"/>
                <a:cs typeface="Calibri"/>
                <a:sym typeface="Calibri"/>
              </a:endParaRPr>
            </a:p>
            <a:p>
              <a:pPr algn="ctr">
                <a:buClr>
                  <a:srgbClr val="FF0000"/>
                </a:buClr>
                <a:buSzPts val="4200"/>
              </a:pPr>
              <a:r>
                <a:rPr lang="en-US" sz="4800" dirty="0">
                  <a:solidFill>
                    <a:schemeClr val="dk1"/>
                  </a:solidFill>
                  <a:latin typeface="+mj-lt"/>
                  <a:ea typeface="Calibri"/>
                  <a:cs typeface="Calibri"/>
                  <a:sym typeface="Calibri"/>
                </a:rPr>
                <a:t>XXXXXXXXXXXXXXXXXXXXXXXXXXXXXXXXXXXXXXXXXXXXXXXXXXXXXXXXXXXXXXXXXXXXXXXXXXXXXXXXXXXXXXXXXXXXXXXXXXXXXXXXXXXXXXXXXXXXXXXXXXX</a:t>
              </a:r>
              <a:endParaRPr lang="en-US" sz="4800" dirty="0">
                <a:latin typeface="+mj-lt"/>
              </a:endParaRPr>
            </a:p>
            <a:p>
              <a:pPr algn="ctr">
                <a:buClr>
                  <a:srgbClr val="FF0000"/>
                </a:buClr>
                <a:buSzPts val="4200"/>
              </a:pPr>
              <a:endParaRPr sz="5400" dirty="0"/>
            </a:p>
          </p:txBody>
        </p:sp>
        <p:sp>
          <p:nvSpPr>
            <p:cNvPr id="7" name="Google Shape;92;p1">
              <a:extLst>
                <a:ext uri="{FF2B5EF4-FFF2-40B4-BE49-F238E27FC236}">
                  <a16:creationId xmlns:a16="http://schemas.microsoft.com/office/drawing/2014/main" id="{B8225681-2011-08E3-0578-E420CE3668E1}"/>
                </a:ext>
              </a:extLst>
            </p:cNvPr>
            <p:cNvSpPr txBox="1"/>
            <p:nvPr/>
          </p:nvSpPr>
          <p:spPr>
            <a:xfrm>
              <a:off x="1336649" y="27255081"/>
              <a:ext cx="14040000" cy="136017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9519" tIns="44745" rIns="89519" bIns="44745" anchor="t" anchorCtr="0">
              <a:spAutoFit/>
            </a:bodyPr>
            <a:lstStyle/>
            <a:p>
              <a:pPr algn="ctr">
                <a:buClr>
                  <a:schemeClr val="dk1"/>
                </a:buClr>
                <a:buSzPts val="5200"/>
              </a:pPr>
              <a:r>
                <a:rPr lang="en-US" sz="5400" b="1" dirty="0">
                  <a:solidFill>
                    <a:schemeClr val="dk1"/>
                  </a:solidFill>
                  <a:latin typeface="+mj-lt"/>
                  <a:ea typeface="Calibri"/>
                  <a:cs typeface="Calibri"/>
                  <a:sym typeface="Calibri"/>
                </a:rPr>
                <a:t>PROCEDIMENTO EXPERIMENTAL</a:t>
              </a:r>
              <a:endParaRPr sz="5400" dirty="0">
                <a:latin typeface="+mj-lt"/>
              </a:endParaRPr>
            </a:p>
            <a:p>
              <a:pPr algn="ctr">
                <a:buClr>
                  <a:schemeClr val="dk1"/>
                </a:buClr>
                <a:buSzPts val="5200"/>
              </a:pPr>
              <a:r>
                <a:rPr lang="en-US" sz="5400" b="1" dirty="0">
                  <a:solidFill>
                    <a:schemeClr val="dk1"/>
                  </a:solidFill>
                  <a:latin typeface="+mj-lt"/>
                  <a:ea typeface="Calibri"/>
                  <a:cs typeface="Calibri"/>
                  <a:sym typeface="Calibri"/>
                </a:rPr>
                <a:t>(PODEM SER ADICIONADOS FLUXOGRAMAS, </a:t>
              </a:r>
              <a:endParaRPr sz="5400" dirty="0">
                <a:latin typeface="+mj-lt"/>
              </a:endParaRPr>
            </a:p>
            <a:p>
              <a:pPr algn="ctr">
                <a:buClr>
                  <a:schemeClr val="dk1"/>
                </a:buClr>
                <a:buSzPts val="5200"/>
              </a:pPr>
              <a:r>
                <a:rPr lang="en-US" sz="5400" b="1" dirty="0">
                  <a:solidFill>
                    <a:schemeClr val="dk1"/>
                  </a:solidFill>
                  <a:latin typeface="+mj-lt"/>
                  <a:ea typeface="Calibri"/>
                  <a:cs typeface="Calibri"/>
                  <a:sym typeface="Calibri"/>
                </a:rPr>
                <a:t>ESQUEMAS E IMAGENS)</a:t>
              </a:r>
              <a:endParaRPr sz="5400" dirty="0">
                <a:latin typeface="+mj-lt"/>
              </a:endParaRPr>
            </a:p>
            <a:p>
              <a:pPr algn="ctr">
                <a:buClr>
                  <a:srgbClr val="FF0000"/>
                </a:buClr>
                <a:buSzPts val="4200"/>
              </a:pPr>
              <a:r>
                <a:rPr lang="en-US" sz="5400" b="1" dirty="0">
                  <a:solidFill>
                    <a:srgbClr val="FF0000"/>
                  </a:solidFill>
                  <a:latin typeface="+mj-lt"/>
                  <a:ea typeface="Calibri"/>
                  <a:cs typeface="Calibri"/>
                  <a:sym typeface="Calibri"/>
                </a:rPr>
                <a:t>(Fonte Arial, </a:t>
              </a:r>
              <a:r>
                <a:rPr lang="en-US" sz="5400" b="1" dirty="0" err="1">
                  <a:solidFill>
                    <a:srgbClr val="FF0000"/>
                  </a:solidFill>
                  <a:latin typeface="+mj-lt"/>
                  <a:ea typeface="Calibri"/>
                  <a:cs typeface="Calibri"/>
                  <a:sym typeface="Calibri"/>
                </a:rPr>
                <a:t>tamanho</a:t>
              </a:r>
              <a:r>
                <a:rPr lang="en-US" sz="5400" b="1" dirty="0">
                  <a:solidFill>
                    <a:srgbClr val="FF0000"/>
                  </a:solidFill>
                  <a:latin typeface="+mj-lt"/>
                  <a:ea typeface="Calibri"/>
                  <a:cs typeface="Calibri"/>
                  <a:sym typeface="Calibri"/>
                </a:rPr>
                <a:t> 54, Negrito e </a:t>
              </a:r>
              <a:r>
                <a:rPr lang="en-US" sz="5400" b="1" dirty="0" err="1">
                  <a:solidFill>
                    <a:srgbClr val="FF0000"/>
                  </a:solidFill>
                  <a:latin typeface="+mj-lt"/>
                  <a:ea typeface="Calibri"/>
                  <a:cs typeface="Calibri"/>
                  <a:sym typeface="Calibri"/>
                </a:rPr>
                <a:t>Centralizado</a:t>
              </a:r>
              <a:r>
                <a:rPr lang="en-US" sz="5400" b="1" dirty="0">
                  <a:solidFill>
                    <a:srgbClr val="FF0000"/>
                  </a:solidFill>
                  <a:latin typeface="+mj-lt"/>
                  <a:ea typeface="Calibri"/>
                  <a:cs typeface="Calibri"/>
                  <a:sym typeface="Calibri"/>
                </a:rPr>
                <a:t>)</a:t>
              </a:r>
            </a:p>
            <a:p>
              <a:pPr algn="ctr">
                <a:buClr>
                  <a:srgbClr val="FF0000"/>
                </a:buClr>
                <a:buSzPts val="4200"/>
              </a:pPr>
              <a:endParaRPr lang="en-US" sz="5400" dirty="0">
                <a:solidFill>
                  <a:schemeClr val="dk1"/>
                </a:solidFill>
                <a:latin typeface="+mj-lt"/>
                <a:ea typeface="Calibri"/>
                <a:cs typeface="Calibri"/>
                <a:sym typeface="Calibri"/>
              </a:endParaRPr>
            </a:p>
            <a:p>
              <a:pPr algn="ctr">
                <a:buClr>
                  <a:srgbClr val="FF0000"/>
                </a:buClr>
                <a:buSzPts val="4200"/>
              </a:pPr>
              <a:r>
                <a:rPr lang="en-US" sz="5000" dirty="0">
                  <a:solidFill>
                    <a:schemeClr val="dk1"/>
                  </a:solidFill>
                  <a:latin typeface="+mj-lt"/>
                  <a:ea typeface="Calibri"/>
                  <a:cs typeface="Calibri"/>
                  <a:sym typeface="Calibri"/>
                </a:rPr>
                <a:t>XXXXXXXXXXXXXXXXXXXXXXXXXXXXXXXXXXXXXXXXXXXXXXXXXXXXXXXXXXXXXXXXXXXXXXXXXXXXX</a:t>
              </a:r>
            </a:p>
            <a:p>
              <a:pPr algn="ctr">
                <a:buClr>
                  <a:srgbClr val="FF0000"/>
                </a:buClr>
                <a:buSzPts val="4200"/>
              </a:pPr>
              <a:endParaRPr lang="en-US" sz="5000" dirty="0">
                <a:solidFill>
                  <a:schemeClr val="dk1"/>
                </a:solidFill>
                <a:latin typeface="+mj-lt"/>
                <a:ea typeface="Calibri"/>
                <a:cs typeface="Calibri"/>
                <a:sym typeface="Calibri"/>
              </a:endParaRPr>
            </a:p>
            <a:p>
              <a:pPr algn="ctr">
                <a:buClr>
                  <a:srgbClr val="FF0000"/>
                </a:buClr>
                <a:buSzPts val="4200"/>
              </a:pPr>
              <a:r>
                <a:rPr lang="en-US" sz="5000" dirty="0">
                  <a:solidFill>
                    <a:schemeClr val="dk1"/>
                  </a:solidFill>
                  <a:latin typeface="+mj-lt"/>
                  <a:ea typeface="Calibri"/>
                  <a:cs typeface="Calibri"/>
                  <a:sym typeface="Calibri"/>
                </a:rPr>
                <a:t>XXXXXXXXXXXXXXXXXXXXXXXXXXXXXXXXXXXXXXXXXXXXXXXXXXXXXXXXXXXXXXXXXXXXXXXXXXXXXX</a:t>
              </a:r>
            </a:p>
            <a:p>
              <a:pPr algn="ctr">
                <a:buClr>
                  <a:srgbClr val="FF0000"/>
                </a:buClr>
                <a:buSzPts val="4200"/>
              </a:pPr>
              <a:endParaRPr lang="en-US" sz="5000" dirty="0">
                <a:solidFill>
                  <a:schemeClr val="dk1"/>
                </a:solidFill>
                <a:latin typeface="+mj-lt"/>
                <a:ea typeface="Calibri"/>
                <a:cs typeface="Calibri"/>
                <a:sym typeface="Calibri"/>
              </a:endParaRPr>
            </a:p>
            <a:p>
              <a:pPr algn="ctr">
                <a:buClr>
                  <a:srgbClr val="FF0000"/>
                </a:buClr>
                <a:buSzPts val="4200"/>
              </a:pPr>
              <a:endParaRPr lang="en-US" sz="5000" dirty="0">
                <a:solidFill>
                  <a:schemeClr val="dk1"/>
                </a:solidFill>
                <a:latin typeface="+mj-lt"/>
                <a:ea typeface="Calibri"/>
                <a:cs typeface="Calibri"/>
                <a:sym typeface="Calibri"/>
              </a:endParaRPr>
            </a:p>
            <a:p>
              <a:pPr algn="ctr">
                <a:buClr>
                  <a:srgbClr val="FF0000"/>
                </a:buClr>
                <a:buSzPts val="4200"/>
              </a:pPr>
              <a:r>
                <a:rPr lang="en-US" sz="5000">
                  <a:solidFill>
                    <a:schemeClr val="dk1"/>
                  </a:solidFill>
                  <a:latin typeface="+mj-lt"/>
                  <a:ea typeface="Calibri"/>
                  <a:cs typeface="Calibri"/>
                  <a:sym typeface="Calibri"/>
                </a:rPr>
                <a:t>XXXXXXXXXXXXXXXXXXXXXXXXXXXXXXXXXXXXXXXXXXXXXXXXXXXXXXXXXXXXXXXXXXXXXXXXXXXXXXXXXXXXXXXXXXXXXXXXXXXXXXXXXXXXXXXXXXXXX</a:t>
              </a:r>
              <a:endParaRPr lang="en-US" sz="5000" dirty="0">
                <a:latin typeface="+mj-lt"/>
              </a:endParaRPr>
            </a:p>
            <a:p>
              <a:pPr algn="ctr">
                <a:buClr>
                  <a:srgbClr val="FF0000"/>
                </a:buClr>
                <a:buSzPts val="4200"/>
              </a:pPr>
              <a:endParaRPr sz="5400" dirty="0"/>
            </a:p>
          </p:txBody>
        </p:sp>
        <p:sp>
          <p:nvSpPr>
            <p:cNvPr id="8" name="Google Shape;93;p1">
              <a:extLst>
                <a:ext uri="{FF2B5EF4-FFF2-40B4-BE49-F238E27FC236}">
                  <a16:creationId xmlns:a16="http://schemas.microsoft.com/office/drawing/2014/main" id="{099404ED-4022-0A4D-2501-CE2CB108E7DA}"/>
                </a:ext>
              </a:extLst>
            </p:cNvPr>
            <p:cNvSpPr txBox="1"/>
            <p:nvPr/>
          </p:nvSpPr>
          <p:spPr>
            <a:xfrm>
              <a:off x="16861000" y="28278804"/>
              <a:ext cx="14040000" cy="500709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9519" tIns="44745" rIns="89519" bIns="44745" anchor="t" anchorCtr="0">
              <a:spAutoFit/>
            </a:bodyPr>
            <a:lstStyle/>
            <a:p>
              <a:pPr algn="ctr">
                <a:buClr>
                  <a:schemeClr val="dk1"/>
                </a:buClr>
                <a:buSzPts val="5200"/>
              </a:pPr>
              <a:r>
                <a:rPr lang="en-US" sz="5400" b="1" dirty="0">
                  <a:solidFill>
                    <a:schemeClr val="dk1"/>
                  </a:solidFill>
                  <a:latin typeface="+mj-lt"/>
                  <a:ea typeface="Calibri"/>
                  <a:cs typeface="Calibri"/>
                  <a:sym typeface="Calibri"/>
                </a:rPr>
                <a:t>CONCLUSÃO</a:t>
              </a:r>
              <a:endParaRPr sz="5400" dirty="0">
                <a:latin typeface="+mj-lt"/>
              </a:endParaRPr>
            </a:p>
            <a:p>
              <a:pPr algn="ctr">
                <a:buClr>
                  <a:srgbClr val="FF0000"/>
                </a:buClr>
                <a:buSzPts val="4200"/>
              </a:pPr>
              <a:r>
                <a:rPr lang="en-US" sz="5400" b="1" dirty="0">
                  <a:solidFill>
                    <a:srgbClr val="FF0000"/>
                  </a:solidFill>
                  <a:latin typeface="+mj-lt"/>
                  <a:ea typeface="Calibri"/>
                  <a:cs typeface="Calibri"/>
                  <a:sym typeface="Calibri"/>
                </a:rPr>
                <a:t>(Fonte Arial, </a:t>
              </a:r>
              <a:r>
                <a:rPr lang="en-US" sz="5400" b="1" dirty="0" err="1">
                  <a:solidFill>
                    <a:srgbClr val="FF0000"/>
                  </a:solidFill>
                  <a:latin typeface="+mj-lt"/>
                  <a:ea typeface="Calibri"/>
                  <a:cs typeface="Calibri"/>
                  <a:sym typeface="Calibri"/>
                </a:rPr>
                <a:t>tamanho</a:t>
              </a:r>
              <a:r>
                <a:rPr lang="en-US" sz="5400" b="1" dirty="0">
                  <a:solidFill>
                    <a:srgbClr val="FF0000"/>
                  </a:solidFill>
                  <a:latin typeface="+mj-lt"/>
                  <a:ea typeface="Calibri"/>
                  <a:cs typeface="Calibri"/>
                  <a:sym typeface="Calibri"/>
                </a:rPr>
                <a:t> 54, Negrito e </a:t>
              </a:r>
              <a:r>
                <a:rPr lang="en-US" sz="5400" b="1" dirty="0" err="1">
                  <a:solidFill>
                    <a:srgbClr val="FF0000"/>
                  </a:solidFill>
                  <a:latin typeface="+mj-lt"/>
                  <a:ea typeface="Calibri"/>
                  <a:cs typeface="Calibri"/>
                  <a:sym typeface="Calibri"/>
                </a:rPr>
                <a:t>Centralizado</a:t>
              </a:r>
              <a:r>
                <a:rPr lang="en-US" sz="5400" b="1" dirty="0">
                  <a:solidFill>
                    <a:srgbClr val="FF0000"/>
                  </a:solidFill>
                  <a:latin typeface="+mj-lt"/>
                  <a:ea typeface="Calibri"/>
                  <a:cs typeface="Calibri"/>
                  <a:sym typeface="Calibri"/>
                </a:rPr>
                <a:t>)</a:t>
              </a:r>
            </a:p>
            <a:p>
              <a:pPr algn="ctr">
                <a:buClr>
                  <a:srgbClr val="FF0000"/>
                </a:buClr>
                <a:buSzPts val="4200"/>
              </a:pPr>
              <a:r>
                <a:rPr lang="en-US" sz="4800" dirty="0">
                  <a:solidFill>
                    <a:schemeClr val="dk1"/>
                  </a:solidFill>
                  <a:latin typeface="+mj-lt"/>
                  <a:ea typeface="Calibri"/>
                  <a:cs typeface="Calibri"/>
                  <a:sym typeface="Calibri"/>
                </a:rPr>
                <a:t>XXXXXXXXXXXXXXXXXXXXXXXXXXXXXXXXXXXXXXXXXXXXXXXXXXXXXXXXXXXXXXXXXXXXXXXXXXXXXXXXXXXXXXXXXXXXXXXXXXXXXXXXXXXXXXXXXXXXXXXXXXX</a:t>
              </a:r>
              <a:endParaRPr lang="en-US" sz="4800" dirty="0">
                <a:latin typeface="+mj-lt"/>
              </a:endParaRPr>
            </a:p>
            <a:p>
              <a:pPr algn="ctr">
                <a:buClr>
                  <a:srgbClr val="FF0000"/>
                </a:buClr>
                <a:buSzPts val="4200"/>
              </a:pPr>
              <a:endParaRPr sz="1350" dirty="0"/>
            </a:p>
          </p:txBody>
        </p:sp>
        <p:sp>
          <p:nvSpPr>
            <p:cNvPr id="9" name="Google Shape;94;p1">
              <a:extLst>
                <a:ext uri="{FF2B5EF4-FFF2-40B4-BE49-F238E27FC236}">
                  <a16:creationId xmlns:a16="http://schemas.microsoft.com/office/drawing/2014/main" id="{14D02377-5D9B-36D0-7F9F-F748F5396C67}"/>
                </a:ext>
              </a:extLst>
            </p:cNvPr>
            <p:cNvSpPr txBox="1"/>
            <p:nvPr/>
          </p:nvSpPr>
          <p:spPr>
            <a:xfrm>
              <a:off x="16640956" y="34710969"/>
              <a:ext cx="14040000" cy="553800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9519" tIns="44745" rIns="89519" bIns="44745" anchor="t" anchorCtr="0">
              <a:spAutoFit/>
            </a:bodyPr>
            <a:lstStyle/>
            <a:p>
              <a:pPr algn="ctr">
                <a:buClr>
                  <a:schemeClr val="dk1"/>
                </a:buClr>
                <a:buSzPts val="4200"/>
              </a:pPr>
              <a:r>
                <a:rPr lang="en-US" sz="4800" b="1" dirty="0">
                  <a:solidFill>
                    <a:schemeClr val="dk1"/>
                  </a:solidFill>
                  <a:latin typeface="+mj-lt"/>
                  <a:ea typeface="Calibri"/>
                  <a:cs typeface="Calibri"/>
                  <a:sym typeface="Calibri"/>
                </a:rPr>
                <a:t>REFERÊNCIAS</a:t>
              </a:r>
              <a:endParaRPr sz="4800" dirty="0">
                <a:latin typeface="+mj-lt"/>
              </a:endParaRPr>
            </a:p>
            <a:p>
              <a:pPr algn="ctr">
                <a:buClr>
                  <a:srgbClr val="FF0000"/>
                </a:buClr>
                <a:buSzPts val="4200"/>
              </a:pPr>
              <a:r>
                <a:rPr lang="en-US" sz="4800" b="1" dirty="0">
                  <a:solidFill>
                    <a:srgbClr val="FF0000"/>
                  </a:solidFill>
                  <a:latin typeface="+mj-lt"/>
                  <a:ea typeface="Calibri"/>
                  <a:cs typeface="Calibri"/>
                  <a:sym typeface="Calibri"/>
                </a:rPr>
                <a:t>NORMAS ABNT</a:t>
              </a:r>
              <a:endParaRPr sz="4800" dirty="0">
                <a:latin typeface="+mj-lt"/>
              </a:endParaRPr>
            </a:p>
            <a:p>
              <a:pPr algn="ctr">
                <a:buClr>
                  <a:srgbClr val="FF0000"/>
                </a:buClr>
                <a:buSzPts val="4200"/>
              </a:pPr>
              <a:r>
                <a:rPr lang="en-US" sz="4800" b="1" dirty="0">
                  <a:solidFill>
                    <a:srgbClr val="FF0000"/>
                  </a:solidFill>
                  <a:latin typeface="+mj-lt"/>
                  <a:ea typeface="Calibri"/>
                  <a:cs typeface="Calibri"/>
                  <a:sym typeface="Calibri"/>
                </a:rPr>
                <a:t> (Fonte Arial, </a:t>
              </a:r>
              <a:r>
                <a:rPr lang="en-US" sz="4800" b="1" dirty="0" err="1">
                  <a:solidFill>
                    <a:srgbClr val="FF0000"/>
                  </a:solidFill>
                  <a:latin typeface="+mj-lt"/>
                  <a:ea typeface="Calibri"/>
                  <a:cs typeface="Calibri"/>
                  <a:sym typeface="Calibri"/>
                </a:rPr>
                <a:t>tamanho</a:t>
              </a:r>
              <a:r>
                <a:rPr lang="en-US" sz="4800" b="1" dirty="0">
                  <a:solidFill>
                    <a:srgbClr val="FF0000"/>
                  </a:solidFill>
                  <a:latin typeface="+mj-lt"/>
                  <a:ea typeface="Calibri"/>
                  <a:cs typeface="Calibri"/>
                  <a:sym typeface="Calibri"/>
                </a:rPr>
                <a:t> 48, Negrito e </a:t>
              </a:r>
              <a:r>
                <a:rPr lang="en-US" sz="4800" b="1" dirty="0" err="1">
                  <a:solidFill>
                    <a:srgbClr val="FF0000"/>
                  </a:solidFill>
                  <a:latin typeface="+mj-lt"/>
                  <a:ea typeface="Calibri"/>
                  <a:cs typeface="Calibri"/>
                  <a:sym typeface="Calibri"/>
                </a:rPr>
                <a:t>Centralizado</a:t>
              </a:r>
              <a:r>
                <a:rPr lang="en-US" sz="4800" b="1" dirty="0">
                  <a:solidFill>
                    <a:srgbClr val="FF0000"/>
                  </a:solidFill>
                  <a:latin typeface="+mj-lt"/>
                  <a:ea typeface="Calibri"/>
                  <a:cs typeface="Calibri"/>
                  <a:sym typeface="Calibri"/>
                </a:rPr>
                <a:t>)</a:t>
              </a:r>
            </a:p>
            <a:p>
              <a:pPr algn="ctr">
                <a:buClr>
                  <a:srgbClr val="FF0000"/>
                </a:buClr>
                <a:buSzPts val="4200"/>
              </a:pPr>
              <a:r>
                <a:rPr lang="en-US" sz="4200" dirty="0">
                  <a:solidFill>
                    <a:schemeClr val="dk1"/>
                  </a:solidFill>
                  <a:latin typeface="+mj-lt"/>
                  <a:ea typeface="Calibri"/>
                  <a:cs typeface="Calibri"/>
                  <a:sym typeface="Calibri"/>
                </a:rPr>
                <a:t>XXXXXXXXXXXXXXXXXXXXXXXXXXXXXXXXXXXXXXXXXXXXXXXXXXXXXXXXXXXXXXXXXXXXXXXXXXXXXXXXXXXXXXXXXXXXXXXXXXXXXXXXXXXXXXXXXXXXXXXXXXXXXXXXXXXXXXXXXXXXXXXXXXXXXXXXXXXXXXXXXXXXXXXXXXXXXXXXXXXXXXXXXXXXXXXXXXXXXXXXXXXXXXXXXXXXXXXXXXXXXXXXXXXXXXXXXXX</a:t>
              </a:r>
              <a:endParaRPr lang="en-US" sz="4200" dirty="0">
                <a:latin typeface="+mj-lt"/>
              </a:endParaRPr>
            </a:p>
          </p:txBody>
        </p:sp>
        <p:sp>
          <p:nvSpPr>
            <p:cNvPr id="10" name="CaixaDeTexto 9">
              <a:extLst>
                <a:ext uri="{FF2B5EF4-FFF2-40B4-BE49-F238E27FC236}">
                  <a16:creationId xmlns:a16="http://schemas.microsoft.com/office/drawing/2014/main" id="{F4D40166-4B4A-008D-BBBE-A87D093AE516}"/>
                </a:ext>
              </a:extLst>
            </p:cNvPr>
            <p:cNvSpPr txBox="1"/>
            <p:nvPr/>
          </p:nvSpPr>
          <p:spPr>
            <a:xfrm>
              <a:off x="1336649" y="3858984"/>
              <a:ext cx="29564343" cy="80329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buClr>
                  <a:schemeClr val="dk1"/>
                </a:buClr>
                <a:buSzPts val="6300"/>
              </a:pPr>
              <a:r>
                <a:rPr lang="pt-BR" sz="7200" b="1" dirty="0">
                  <a:solidFill>
                    <a:schemeClr val="dk1"/>
                  </a:solidFill>
                  <a:latin typeface="+mj-lt"/>
                  <a:ea typeface="Calibri"/>
                  <a:cs typeface="Calibri"/>
                  <a:sym typeface="Calibri"/>
                </a:rPr>
                <a:t>TÍTULO: tamanho 72, fonte Arial e Negrito. Utilizar “Maiúsculo” apenas</a:t>
              </a:r>
              <a:r>
                <a:rPr lang="pt-BR" sz="7200" dirty="0">
                  <a:latin typeface="+mj-lt"/>
                </a:rPr>
                <a:t> </a:t>
              </a:r>
              <a:r>
                <a:rPr lang="pt-BR" sz="7200" b="1" dirty="0">
                  <a:solidFill>
                    <a:schemeClr val="dk1"/>
                  </a:solidFill>
                  <a:latin typeface="+mj-lt"/>
                  <a:ea typeface="Calibri"/>
                  <a:cs typeface="Calibri"/>
                  <a:sym typeface="Calibri"/>
                </a:rPr>
                <a:t>no início da palavra.</a:t>
              </a:r>
            </a:p>
            <a:p>
              <a:pPr algn="ctr">
                <a:buClr>
                  <a:srgbClr val="FF0000"/>
                </a:buClr>
                <a:buSzPts val="5200"/>
              </a:pPr>
              <a:r>
                <a:rPr lang="pt-BR" sz="6000" b="1" dirty="0">
                  <a:solidFill>
                    <a:srgbClr val="FF0000"/>
                  </a:solidFill>
                  <a:latin typeface="+mj-lt"/>
                  <a:ea typeface="Calibri"/>
                  <a:cs typeface="Calibri"/>
                  <a:sym typeface="Calibri"/>
                </a:rPr>
                <a:t>Autores (indicar os nomes dos alunos, professores e orientadores). Fonte Arial, tamanho 60, Negrito e Centralizado. Abaixo indicar: Unidade do Colégio</a:t>
              </a:r>
              <a:endParaRPr lang="pt-BR" sz="6000" b="1" dirty="0">
                <a:solidFill>
                  <a:schemeClr val="dk1"/>
                </a:solidFill>
                <a:latin typeface="+mj-lt"/>
                <a:ea typeface="Calibri"/>
                <a:cs typeface="Calibri"/>
                <a:sym typeface="Calibri"/>
              </a:endParaRPr>
            </a:p>
            <a:p>
              <a:pPr algn="ctr">
                <a:buClr>
                  <a:schemeClr val="dk1"/>
                </a:buClr>
                <a:buSzPts val="4200"/>
              </a:pPr>
              <a:r>
                <a:rPr lang="pt-BR" sz="6000" b="1" dirty="0">
                  <a:solidFill>
                    <a:schemeClr val="dk1"/>
                  </a:solidFill>
                  <a:latin typeface="+mj-lt"/>
                  <a:ea typeface="Calibri"/>
                  <a:cs typeface="Calibri"/>
                  <a:sym typeface="Calibri"/>
                </a:rPr>
                <a:t>Exemplo: Pedro Santos, Joana Padilha, *João da Silva (Orientador) </a:t>
              </a:r>
              <a:r>
                <a:rPr lang="pt-BR" sz="6000" b="1" dirty="0">
                  <a:solidFill>
                    <a:srgbClr val="FF0000"/>
                  </a:solidFill>
                  <a:latin typeface="+mj-lt"/>
                  <a:ea typeface="Calibri"/>
                  <a:cs typeface="Calibri"/>
                  <a:sym typeface="Calibri"/>
                </a:rPr>
                <a:t>(Arial, tamanho 60)</a:t>
              </a:r>
              <a:endParaRPr lang="pt-BR" sz="6000" dirty="0">
                <a:latin typeface="+mj-lt"/>
              </a:endParaRPr>
            </a:p>
            <a:p>
              <a:pPr algn="ctr">
                <a:buClr>
                  <a:srgbClr val="FF0000"/>
                </a:buClr>
                <a:buSzPts val="5200"/>
              </a:pPr>
              <a:r>
                <a:rPr lang="pt-BR" sz="6000" b="1" dirty="0">
                  <a:solidFill>
                    <a:schemeClr val="tx1"/>
                  </a:solidFill>
                  <a:latin typeface="+mj-lt"/>
                  <a:ea typeface="Calibri"/>
                  <a:cs typeface="Calibri"/>
                  <a:sym typeface="Calibri"/>
                </a:rPr>
                <a:t>Colégio Sesi – Londrina </a:t>
              </a:r>
              <a:r>
                <a:rPr lang="pt-BR" sz="6000" b="1" dirty="0">
                  <a:solidFill>
                    <a:srgbClr val="FF0000"/>
                  </a:solidFill>
                  <a:latin typeface="+mj-lt"/>
                  <a:ea typeface="Calibri"/>
                  <a:cs typeface="Calibri"/>
                  <a:sym typeface="Calibri"/>
                </a:rPr>
                <a:t>(Arial tamanho 60)</a:t>
              </a:r>
              <a:endParaRPr lang="pt-BR" sz="6000" dirty="0">
                <a:latin typeface="+mj-lt"/>
              </a:endParaRPr>
            </a:p>
            <a:p>
              <a:pPr algn="ctr">
                <a:buClr>
                  <a:schemeClr val="dk1"/>
                </a:buClr>
                <a:buSzPts val="6300"/>
              </a:pPr>
              <a:endParaRPr lang="pt-BR" sz="7200" dirty="0"/>
            </a:p>
          </p:txBody>
        </p:sp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FA840760-BC70-7522-B004-6FF98BCB35F9}"/>
                </a:ext>
              </a:extLst>
            </p:cNvPr>
            <p:cNvSpPr txBox="1"/>
            <p:nvPr/>
          </p:nvSpPr>
          <p:spPr>
            <a:xfrm>
              <a:off x="16861000" y="15885596"/>
              <a:ext cx="14040000" cy="15696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buClr>
                  <a:srgbClr val="FF0000"/>
                </a:buClr>
                <a:buSzPts val="4200"/>
              </a:pPr>
              <a:r>
                <a:rPr lang="en-US" sz="4800" dirty="0">
                  <a:solidFill>
                    <a:schemeClr val="dk1"/>
                  </a:solidFill>
                  <a:latin typeface="+mj-lt"/>
                  <a:ea typeface="Calibri"/>
                  <a:cs typeface="Calibri"/>
                  <a:sym typeface="Calibri"/>
                </a:rPr>
                <a:t>XXXXXXXXXXXXXXXXXXXXXXXXXXXXXXXXXXXXXXXXXXXXXXXXXXXXXXXXXXXXXXXXXXXXXXXXXXXXXXXXXX</a:t>
              </a:r>
            </a:p>
          </p:txBody>
        </p:sp>
        <p:graphicFrame>
          <p:nvGraphicFramePr>
            <p:cNvPr id="12" name="Gráfico 11">
              <a:extLst>
                <a:ext uri="{FF2B5EF4-FFF2-40B4-BE49-F238E27FC236}">
                  <a16:creationId xmlns:a16="http://schemas.microsoft.com/office/drawing/2014/main" id="{EFC19D65-11A5-2E8E-935C-2C858F347008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952684509"/>
                </p:ext>
              </p:extLst>
            </p:nvPr>
          </p:nvGraphicFramePr>
          <p:xfrm>
            <a:off x="17002771" y="11266124"/>
            <a:ext cx="13316370" cy="431594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71475480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o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6a34748-0271-4b32-8c4d-f272ac9cbb12">
      <Terms xmlns="http://schemas.microsoft.com/office/infopath/2007/PartnerControls"/>
    </lcf76f155ced4ddcb4097134ff3c332f>
    <TaxCatchAll xmlns="9ad88e07-d438-47ee-b7f2-538507bb403d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E39AA2285F930B4AA077B4BC9FC90A8E" ma:contentTypeVersion="12" ma:contentTypeDescription="Crie um novo documento." ma:contentTypeScope="" ma:versionID="583b876b5b15b678b5ca494a4fc77faf">
  <xsd:schema xmlns:xsd="http://www.w3.org/2001/XMLSchema" xmlns:xs="http://www.w3.org/2001/XMLSchema" xmlns:p="http://schemas.microsoft.com/office/2006/metadata/properties" xmlns:ns2="36a34748-0271-4b32-8c4d-f272ac9cbb12" xmlns:ns3="9ad88e07-d438-47ee-b7f2-538507bb403d" targetNamespace="http://schemas.microsoft.com/office/2006/metadata/properties" ma:root="true" ma:fieldsID="fa57ce4795e6961a9d1cdf266fa90607" ns2:_="" ns3:_="">
    <xsd:import namespace="36a34748-0271-4b32-8c4d-f272ac9cbb12"/>
    <xsd:import namespace="9ad88e07-d438-47ee-b7f2-538507bb403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a34748-0271-4b32-8c4d-f272ac9cbb1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Marcações de imagem" ma:readOnly="false" ma:fieldId="{5cf76f15-5ced-4ddc-b409-7134ff3c332f}" ma:taxonomyMulti="true" ma:sspId="184c8c62-af11-4a97-95e1-881613c3960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ad88e07-d438-47ee-b7f2-538507bb403d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8c13563d-98fc-46a7-9043-d03e23467eb0}" ma:internalName="TaxCatchAll" ma:showField="CatchAllData" ma:web="9ad88e07-d438-47ee-b7f2-538507bb403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00B0E15-35D5-466D-A2C2-E105D368C3BE}">
  <ds:schemaRefs>
    <ds:schemaRef ds:uri="http://schemas.microsoft.com/office/2006/metadata/properties"/>
    <ds:schemaRef ds:uri="http://schemas.microsoft.com/office/infopath/2007/PartnerControls"/>
    <ds:schemaRef ds:uri="5a1e7e48-db60-4d4e-b0c1-2a0f43d38888"/>
    <ds:schemaRef ds:uri="890400ff-10d5-473c-888e-fde6df81d0c1"/>
    <ds:schemaRef ds:uri="36a34748-0271-4b32-8c4d-f272ac9cbb12"/>
    <ds:schemaRef ds:uri="9ad88e07-d438-47ee-b7f2-538507bb403d"/>
  </ds:schemaRefs>
</ds:datastoreItem>
</file>

<file path=customXml/itemProps2.xml><?xml version="1.0" encoding="utf-8"?>
<ds:datastoreItem xmlns:ds="http://schemas.openxmlformats.org/officeDocument/2006/customXml" ds:itemID="{A4257FFA-CC7C-446E-BA78-D1820629708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6a34748-0271-4b32-8c4d-f272ac9cbb12"/>
    <ds:schemaRef ds:uri="9ad88e07-d438-47ee-b7f2-538507bb403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8ECDF4B-6DCC-4DEB-BF53-6EC876F4EDA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</TotalTime>
  <Words>188</Words>
  <Application>Microsoft Office PowerPoint</Application>
  <PresentationFormat>Personalizar</PresentationFormat>
  <Paragraphs>40</Paragraphs>
  <Slides>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2" baseType="lpstr"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Caroline Santos Da Silva</dc:creator>
  <cp:lastModifiedBy>Caroline Santos Da Silva</cp:lastModifiedBy>
  <cp:revision>4</cp:revision>
  <dcterms:created xsi:type="dcterms:W3CDTF">2024-12-09T14:40:10Z</dcterms:created>
  <dcterms:modified xsi:type="dcterms:W3CDTF">2026-04-07T21:27:45Z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0x010100E39AA2285F930B4AA077B4BC9FC90A8E</vt:lpwstr>
  </property>
  <property fmtid="{D5CDD505-2E9C-101B-9397-08002B2CF9AE}" pid="3" name="MediaServiceImageTags">
    <vt:lpwstr/>
  </property>
</Properties>
</file>